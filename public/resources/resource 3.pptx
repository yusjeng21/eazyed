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Mock Data File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a mock data file generated for testing purposes.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